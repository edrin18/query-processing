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330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0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21560963-1EEA-4BDE-8FF9-3FEE13B5D43C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83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25537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083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80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46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071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617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9833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6812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24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9167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55537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52460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900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32148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281814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781437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391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54243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2489-DC9C-40A3-89C4-AFC56B3B0CAB}" type="datetime1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3174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4754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09881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8614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4675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7AF51-4D04-4E0C-B33D-81940CAB4B07}" type="datetime1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4337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327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751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84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75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2743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233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  .*  $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949440" y="48463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 b="1" dirty="0">
                <a:solidFill>
                  <a:srgbClr val="233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[a-z]+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 •  TECHNICAL SEMINAR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Matching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6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Pattern Syntax to Automata-Based Matching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6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Modern Query Engines</a:t>
            </a:r>
            <a:endParaRPr lang="en-US" sz="1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196DC3-AE0D-7154-2ADD-C2D04FDFC97B}"/>
              </a:ext>
            </a:extLst>
          </p:cNvPr>
          <p:cNvSpPr txBox="1"/>
          <p:nvPr/>
        </p:nvSpPr>
        <p:spPr>
          <a:xfrm>
            <a:off x="8412480" y="6122908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EDRIN J S(192524041)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Is Everywhere in Query 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888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888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Predicates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REGEXP, and RLIKE let users filter rows by pattern instead of exact value.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09360" y="19888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0" y="19888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Text Analytics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194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unstructured text — logs, documents, JSON blobs — for shaped patterns.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31470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314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ETL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formats (emails, IDs, dates) while cleaning and loading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06324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09360" y="331470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09360" y="3314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⌕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engines translate user patterns into automata for fast substring search.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" y="46451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C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logs  </a:t>
            </a:r>
            <a:r>
              <a:rPr lang="en-US" sz="15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500" dirty="0">
                <a:solidFill>
                  <a:srgbClr val="C6C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</a:t>
            </a:r>
            <a:r>
              <a:rPr lang="en-US" sz="15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REGEXP </a:t>
            </a:r>
            <a:r>
              <a:rPr lang="en-US" sz="1500" dirty="0">
                <a:solidFill>
                  <a:srgbClr val="7FE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'^ERROR.*timeout$'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 |  REGEX MATCHING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COMPILATION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Pattern to Automaton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Thompson’s Construction builds an NFA directly from a regex’s structure, one operator at a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Concatenation  ab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852928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331720" y="2852928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0" y="2852928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35024" y="3017520"/>
            <a:ext cx="996696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60904" y="3017520"/>
            <a:ext cx="996696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633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8745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26280" y="1984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 a|b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852928"/>
            <a:ext cx="310896" cy="31089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69480" y="2852928"/>
            <a:ext cx="310896" cy="31089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0056" y="2697480"/>
            <a:ext cx="2249424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20056" y="3337560"/>
            <a:ext cx="2249424" cy="13716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52160" y="2359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401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87452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321040" y="1984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Kleene Closure   a*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84080" y="2990088"/>
            <a:ext cx="329184" cy="32918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281160" y="2496312"/>
            <a:ext cx="1325880" cy="502920"/>
          </a:xfrm>
          <a:prstGeom prst="ellipse">
            <a:avLst/>
          </a:prstGeom>
          <a:ln w="19050">
            <a:solidFill>
              <a:srgbClr val="5A64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601200" y="2258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regex reduces to three primitive rules — the resulting NFA has O(n) states for a pattern of length 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937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(a|b)*c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2296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matches: c, ac, bc, abc, aabbc, 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50749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C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order:  a → b → (a|b)  → (a|b)*  → (a|b)*c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 |  REGEX MATCHING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Subset Construction &amp; Matching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NFA can be simulated directly, or determinized first — the query engine picks based on the workload.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NFA Simulation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314553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set of active states per input symbol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83133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97280" y="36758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blow-up in automaton size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51713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7280" y="43616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cost: O(n · m)  (n = text, m = pattern states)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37960" y="2240280"/>
            <a:ext cx="594360" cy="594360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3796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0" y="2286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 Matching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37960" y="314553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66560" y="29900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state at a time — deterministic step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383133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66560" y="36758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via subset construction, up to O(2^m) states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4517136"/>
            <a:ext cx="82296" cy="82296"/>
          </a:xfrm>
          <a:prstGeom prst="ellipse">
            <a:avLst/>
          </a:prstGeom>
          <a:solidFill>
            <a:srgbClr val="FCA3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66560" y="43616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cost: O(n)  after the automaton is built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query engines cache compiled DFAs for hot patterns and fall back to NFA simulation for one-off, highly parametric patterns.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 |  REGEX MATCHING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Regex Fast Inside a Query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822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CC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00200" y="1828800"/>
            <a:ext cx="0" cy="658368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74520" y="181051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Pushdown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663440" y="1810512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REGEXP / LIKE predicates are pushed close to storage so non-matching rows never enter the pipeline.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770632"/>
            <a:ext cx="822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CC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600200" y="2907792"/>
            <a:ext cx="0" cy="658368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74520" y="28895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 / n-gram Indexes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2889504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substrings prune candidate rows before the automaton ever runs, avoiding a full scan.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3849624"/>
            <a:ext cx="822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CC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600200" y="3986784"/>
            <a:ext cx="0" cy="658368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874520" y="396849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Prefilters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3968496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literal substrings (e.g. “timeout”) are checked with fast string search before automaton matching.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4928616"/>
            <a:ext cx="822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CC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600200" y="5065776"/>
            <a:ext cx="0" cy="658368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874520" y="504748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 Caching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63440" y="5047488"/>
            <a:ext cx="6720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automata for frequent patterns are cached and reused across query executions.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 |  REGEX MATCHING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9377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233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  .*  $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Matching, Summarized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84048" cy="384048"/>
          </a:xfrm>
          <a:prstGeom prst="ellipse">
            <a:avLst/>
          </a:prstGeom>
          <a:solidFill>
            <a:srgbClr val="1E2A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299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D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 describes a pattern language; matching it is fundamentally an automata problem.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1E2A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89864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D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Thompson’s Construction turns any regex into an NFA in linear time and space.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1E2A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7673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D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NFA simulation trades match speed for build speed; a determinized DFA gives O(n) matching after O(2^m) compilation.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1E2A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63600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D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engines combine indexes, prefilters, and cached automata to make regex predicates practical at scale.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90</TotalTime>
  <Words>568</Words>
  <Application>Microsoft Office PowerPoint</Application>
  <PresentationFormat>Widescreen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Neue Haas Grotesk Text Pro</vt:lpstr>
      <vt:lpstr>Dune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edrin.js16@gmail.com</cp:lastModifiedBy>
  <cp:revision>2</cp:revision>
  <dcterms:created xsi:type="dcterms:W3CDTF">2026-08-05T03:48:57Z</dcterms:created>
  <dcterms:modified xsi:type="dcterms:W3CDTF">2026-08-05T05:23:24Z</dcterms:modified>
</cp:coreProperties>
</file>